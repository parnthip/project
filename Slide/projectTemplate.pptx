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0" r:id="rId6"/>
    <p:sldId id="260" r:id="rId7"/>
    <p:sldId id="269" r:id="rId8"/>
    <p:sldId id="261" r:id="rId9"/>
    <p:sldId id="271" r:id="rId10"/>
    <p:sldId id="272" r:id="rId11"/>
    <p:sldId id="262" r:id="rId12"/>
    <p:sldId id="274" r:id="rId13"/>
    <p:sldId id="273" r:id="rId14"/>
    <p:sldId id="275" r:id="rId15"/>
    <p:sldId id="276" r:id="rId16"/>
    <p:sldId id="263" r:id="rId17"/>
    <p:sldId id="265" r:id="rId18"/>
    <p:sldId id="264" r:id="rId19"/>
    <p:sldId id="266" r:id="rId20"/>
    <p:sldId id="268" r:id="rId21"/>
    <p:sldId id="267" r:id="rId22"/>
  </p:sldIdLst>
  <p:sldSz cx="12192000" cy="6858000"/>
  <p:notesSz cx="6858000" cy="9144000"/>
  <p:embeddedFontLst>
    <p:embeddedFont>
      <p:font typeface="DB ChuanPim PSU" panose="02000806000000020004" pitchFamily="2" charset="-34"/>
      <p:regular r:id="rId24"/>
    </p:embeddedFont>
    <p:embeddedFont>
      <p:font typeface="TH Sarabun New" panose="020B0604020202020204" charset="-34"/>
      <p:regular r:id="rId25"/>
      <p:bold r:id="rId26"/>
      <p:italic r:id="rId27"/>
      <p:boldItalic r:id="rId28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7EFF8-E3C2-4F52-AAB8-A6F825461DB0}" type="datetimeFigureOut">
              <a:rPr lang="th-TH" smtClean="0"/>
              <a:t>31/08/69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1CD72-FC56-4F42-87F0-80B707CF88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946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FCC5-75C4-7977-9F2F-3A529FDAE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65C16-0BCB-517D-7EA9-24ACB8835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02969-6C9C-BABC-67E1-27041DC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095A5-0C9E-4C68-85C4-5ED19473039C}" type="datetime1">
              <a:rPr lang="th-TH" smtClean="0"/>
              <a:t>31/08/69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B8794-E2D5-EA9D-0E54-B3E9954E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5340-66BD-948F-84A1-C66BF26B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50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9AC6-D572-5B13-D782-AD50897F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43F8-D3BA-8328-F877-C6DC66A5A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 sz="32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 sz="28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 sz="2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 sz="2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70BB9-D36B-691D-06DB-43FE910B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C7AC-61C3-4567-B5CF-DDF8B98CC2E9}" type="datetime1">
              <a:rPr lang="th-TH" smtClean="0"/>
              <a:t>31/08/69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5C757-19C0-8873-F579-CED4C979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 dirty="0"/>
              <a:t>Upskill 2569, Module 2: Data Engineering </a:t>
            </a:r>
            <a:endParaRPr lang="th-TH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7D91-678B-97F8-CA77-E3352DF2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43BD6CBF-6DB6-4955-8C17-A3B30D694B09}" type="slidenum">
              <a:rPr lang="th-TH" smtClean="0"/>
              <a:pPr/>
              <a:t>‹#›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1AAE9B-1E4E-71BF-0A55-7941B6F71BEE}"/>
              </a:ext>
            </a:extLst>
          </p:cNvPr>
          <p:cNvGrpSpPr/>
          <p:nvPr userDrawn="1"/>
        </p:nvGrpSpPr>
        <p:grpSpPr>
          <a:xfrm>
            <a:off x="9680713" y="230188"/>
            <a:ext cx="2254196" cy="594025"/>
            <a:chOff x="8282392" y="185737"/>
            <a:chExt cx="2642701" cy="69055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55C2B7-2E89-936D-60A1-3676ABB3B5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9111" y="220314"/>
              <a:ext cx="655982" cy="65598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D6881E1-D5CA-6EF1-4223-B1A259836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2392" y="213552"/>
              <a:ext cx="1449200" cy="56527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1BBA9B-F084-1DBE-7410-053B72B098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8793" y="185737"/>
              <a:ext cx="690560" cy="682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933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C629-4113-518E-2E03-1555FA69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20212-78BC-EB9B-0E61-B1622CE7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AF6C4-1AA3-8723-B5D5-684D733A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A679-ED64-4F09-BCA7-539F9A016C11}" type="datetime1">
              <a:rPr lang="th-TH" smtClean="0"/>
              <a:t>31/08/69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8A9BA-A9EC-24A7-5EB9-E4DA9A335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85473-75D1-9908-2D8F-4F7659A4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3009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75C8-F2A1-5D79-CE2A-2C1D1639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FDCEF-4D36-6F68-924B-78D0CE3F6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5F84C-2F11-CA0A-35FB-63273F604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F8B85-FED0-931B-753E-597801A2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0B07-F15A-444D-A27A-6615DA1AF77D}" type="datetime1">
              <a:rPr lang="th-TH" smtClean="0"/>
              <a:t>31/08/69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D8A15-4F5B-2438-4014-6FA138A1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4DF4F-BE3B-5353-DE75-AFC29D6B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329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6424-FF2C-B7AC-6731-24CDC6DB4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72489-CC2A-589E-4C0F-852E00AE2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8DF94-DA85-AA3B-2C18-253CC8B77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51DA6-C672-C6E2-29CD-EB1F9BA04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CF0B8-421B-69BD-4FEB-D4DAF6CA5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E890D-EFF8-A754-FA6A-F6642578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95A2-4D6B-48FB-A508-35FA7BBF142E}" type="datetime1">
              <a:rPr lang="th-TH" smtClean="0"/>
              <a:t>31/08/69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D655B-B39E-4465-B0C9-2ED377C5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E97C7-8DB1-C686-9957-E13A8B47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3814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D519-BAC6-C133-E082-78FF79A3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29F4B-560A-053F-F1C5-B9EF9439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D92A-7C56-4512-97FB-DB37A8E48EE3}" type="datetime1">
              <a:rPr lang="th-TH" smtClean="0"/>
              <a:t>31/08/69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47597-DFAC-9ADB-2A1A-4CC94977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4CBCB-8DE6-8B4F-3F75-E26F098C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23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85468-A611-8525-F8FA-742DED70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3195-5789-4430-BE9B-47CBBC6DAC6E}" type="datetime1">
              <a:rPr lang="th-TH" smtClean="0"/>
              <a:t>31/08/69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1CF7E-A358-9579-445D-6C660D55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1FB2C-CBD2-3923-92D6-1BE579E2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529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4AC5-1909-506F-7FB0-0A1B5893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EBE0B-8C93-32F8-F2E6-7476014B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E4A6F-8C8E-EF9A-5828-FCE0EF9A4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AF073-FBC5-B0DB-09CA-04E01B15D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CC7A-081E-4B9A-B725-4B131F7BAA1E}" type="datetime1">
              <a:rPr lang="th-TH" smtClean="0"/>
              <a:t>31/08/69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1FF32-8626-3582-0E55-1D29E9A9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4651F-2A44-C482-ABA5-7500C6B0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943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FA47-9DEC-8CA2-C566-2F98065C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358EA-82AA-9600-101D-015BEBA40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9563A-714C-9EC0-7728-03D47769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DCC88-843A-C012-5F47-BA1DD385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B49B-271F-4D25-9B21-278365E709D1}" type="datetime1">
              <a:rPr lang="th-TH" smtClean="0"/>
              <a:t>31/08/69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83D3E-8924-0F61-8F4F-1298A696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5D323-3719-8A84-3A11-F28F9A9E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967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C4D5-736B-680C-5135-B4D60FF1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985D6-4F10-7616-4EBD-E383E7A63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63D6D-53E3-3108-816A-9A66BC27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BE1B-3914-46B5-9C8F-1092D0D71078}" type="datetime1">
              <a:rPr lang="th-TH" smtClean="0"/>
              <a:t>31/08/69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D5B7-0C0F-7DB6-CDDF-FDD865B5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9F7C0-A722-9BB8-578B-1695D39E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702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0E737-90B6-5655-D82A-173779E64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7E9AB-2957-7E73-76B1-F2EBECB4B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2E3B-7A09-56C7-D63D-D8BDFECE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C469D-78AE-4707-9F40-8B57DB678CD7}" type="datetime1">
              <a:rPr lang="th-TH" smtClean="0"/>
              <a:t>31/08/69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E3117-7503-73E8-541C-90A54998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EB08B-058E-3253-3404-A9FBF82B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961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F20A8-20CA-080E-10D4-C0C6EFAE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D1B6-513E-14EB-D273-77C6EC4C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D292D-68CB-9FEE-F3C3-1E216FA87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B99F1-ACFC-4604-B0C7-27A4F4DA14D8}" type="datetime1">
              <a:rPr lang="th-TH" smtClean="0"/>
              <a:t>31/08/69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19A6D-2989-1AA3-5B2D-30EE102C7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62E63-AC2A-F5ED-8846-F5ECFC7F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4891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5B514-CEDC-E70C-860C-10D281215F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2A8C6-876C-D6A0-9EC6-7D16EE4C9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th-TH" sz="4400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การจัดการข้อมูลการบูรณาการข้อมูลผู้เสียชีวิตจากอุบัติเหตุทางถนน (3 ฐาน) จากระบบบูรณาการข้อมูลการตายจากอุบัติเหตุทางถนน (3 ฐาน)</a:t>
            </a:r>
            <a:endParaRPr lang="th-TH" sz="4400" b="1" dirty="0">
              <a:solidFill>
                <a:srgbClr val="FFFFFF"/>
              </a:solidFill>
              <a:latin typeface="DB ChuanPim PSU" panose="02000806000000020004" pitchFamily="2" charset="-34"/>
              <a:cs typeface="DB ChuanPim PSU" panose="02000806000000020004" pitchFamily="2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672D2-9F33-22D2-9220-BD1DDA9AF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680564"/>
          </a:xfrm>
        </p:spPr>
        <p:txBody>
          <a:bodyPr>
            <a:normAutofit/>
          </a:bodyPr>
          <a:lstStyle/>
          <a:p>
            <a:r>
              <a:rPr lang="th-TH" dirty="0">
                <a:solidFill>
                  <a:srgbClr val="FFFFFF"/>
                </a:solidFill>
                <a:latin typeface="DB ChuanPim PSU" panose="02000806000000020004" pitchFamily="2" charset="-34"/>
                <a:cs typeface="DB ChuanPim PSU" panose="02000806000000020004" pitchFamily="2" charset="-34"/>
              </a:rPr>
              <a:t>นางสาวปานทิพย์ ผดุงจิตเกษม</a:t>
            </a:r>
          </a:p>
          <a:p>
            <a:r>
              <a:rPr lang="th-TH" dirty="0">
                <a:solidFill>
                  <a:srgbClr val="FFFFFF"/>
                </a:solidFill>
                <a:latin typeface="DB ChuanPim PSU" panose="02000806000000020004" pitchFamily="2" charset="-34"/>
                <a:cs typeface="DB ChuanPim PSU" panose="02000806000000020004" pitchFamily="2" charset="-34"/>
              </a:rPr>
              <a:t>รหัสผู้นำเสนอ </a:t>
            </a:r>
            <a:r>
              <a:rPr lang="en-US" dirty="0">
                <a:solidFill>
                  <a:srgbClr val="FFFFFF"/>
                </a:solidFill>
                <a:latin typeface="DB ChuanPim PSU" panose="02000806000000020004" pitchFamily="2" charset="-34"/>
                <a:cs typeface="DB ChuanPim PSU" panose="02000806000000020004" pitchFamily="2" charset="-34"/>
              </a:rPr>
              <a:t>(E18)</a:t>
            </a:r>
          </a:p>
          <a:p>
            <a:r>
              <a:rPr lang="th-TH" dirty="0">
                <a:solidFill>
                  <a:srgbClr val="FFFFFF"/>
                </a:solidFill>
                <a:latin typeface="DB ChuanPim PSU" panose="02000806000000020004" pitchFamily="2" charset="-34"/>
                <a:cs typeface="DB ChuanPim PSU" panose="02000806000000020004" pitchFamily="2" charset="-34"/>
              </a:rPr>
              <a:t>หน่วยงาน คณะวิทยาการจัดการ มหาวิทยาลัยสงขลานครินทร์</a:t>
            </a:r>
          </a:p>
        </p:txBody>
      </p:sp>
    </p:spTree>
    <p:extLst>
      <p:ext uri="{BB962C8B-B14F-4D97-AF65-F5344CB8AC3E}">
        <p14:creationId xmlns:p14="http://schemas.microsoft.com/office/powerpoint/2010/main" val="1169134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F6F4-E4AA-649B-9AE1-C384781B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2FFF-50AE-E044-625B-62AB61BA2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ความสำคัญและที่มาของโครงงาน</a:t>
            </a:r>
          </a:p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Data Cleansing</a:t>
            </a:r>
          </a:p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Database Management</a:t>
            </a:r>
          </a:p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ETL Flow and Agentic AI</a:t>
            </a:r>
          </a:p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สรุปผลการดำเนินงาน</a:t>
            </a:r>
            <a:endParaRPr lang="en-US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B0ECE-F957-B538-8ACC-44F09D5E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E2DF0-2482-4C94-6374-E1EF101A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790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26EE-ED14-EAFA-9479-2D148E13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3389-9A69-361A-1EC9-F100959F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ความสำคัญและที่มาของโครงงาน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3987-723E-6C0E-EB09-CC87B038D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ข้อมูลที่ใช้</a:t>
            </a:r>
            <a:r>
              <a:rPr lang="en-US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:</a:t>
            </a:r>
            <a:r>
              <a:rPr lang="th-TH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ข้อมูลการบูรณาการข้อมูลผู้เสียชีวิตจากอุบัติเหตุทางถนน (3 ฐาน) จากระบบบูรณาการข้อมูลการตายจากอุบัติเหตุทางถนน (3 ฐาน)</a:t>
            </a:r>
            <a:endParaRPr lang="en-US" b="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  <a:p>
            <a:r>
              <a:rPr lang="th-TH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ขนาดของข้อมูล หรืออื่น ๆ ที่สำคัญ</a:t>
            </a:r>
            <a:r>
              <a:rPr lang="en-US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:</a:t>
            </a:r>
            <a:r>
              <a:rPr lang="th-TH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จำนวน 4,482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records</a:t>
            </a:r>
          </a:p>
          <a:p>
            <a:r>
              <a:rPr lang="th-TH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แหล่งที่มาของข้อมูล</a:t>
            </a:r>
            <a:r>
              <a:rPr lang="en-US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:</a:t>
            </a:r>
            <a:r>
              <a:rPr lang="th-TH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https://data.go.th/dataset/gdpublish-dip-01</a:t>
            </a:r>
          </a:p>
          <a:p>
            <a:r>
              <a:rPr lang="th-TH" b="1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วัตถุประสงค์</a:t>
            </a:r>
          </a:p>
          <a:p>
            <a:pPr lvl="1"/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เพื่อประเมินพื้นที่จุดเสี่ยง และส่งแจ้งเตือนการเฝ้าระวังอุบัติเหตุอัตโนมัติ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64325-D108-5E82-AA83-DD5EB580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D1DC0-7D70-93A9-BC35-191DA5DD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8063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B033-E808-C467-7495-E3647F61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6523-72EC-23A0-40C4-EBC7EF47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ภาพรวมของโครงงาน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(optional)</a:t>
            </a:r>
            <a:endParaRPr lang="th-TH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8B2C-8D11-35AD-A361-BE603A51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A41EF-1727-8ED3-8114-450D0108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129D0-2F07-AEB4-FB82-72C50B0C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4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A76C9-F31C-FA6A-688E-B90153C7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5473"/>
            <a:ext cx="6205538" cy="513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23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9405B-963F-3F0D-FE42-6FF5FEB3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BED3-1CCF-E030-2207-9E36CDB44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ภาพรวมของโครงงาน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(optional)</a:t>
            </a:r>
            <a:endParaRPr lang="th-TH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CDDA5-088F-8775-7A26-A2C23C173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5D110-4FB4-4145-3AFD-F3692AB8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34335-51C3-C02C-76A8-A34DDD84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5</a:t>
            </a:fld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3EA9B4-A03A-5968-4C10-7203619694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772"/>
          <a:stretch>
            <a:fillRect/>
          </a:stretch>
        </p:blipFill>
        <p:spPr>
          <a:xfrm>
            <a:off x="557212" y="1412875"/>
            <a:ext cx="3586163" cy="4943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744B7C-D619-D71B-B11E-C3FA21108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155" y="1345407"/>
            <a:ext cx="2950489" cy="3239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90FC06-476C-346C-EC0F-25B549742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675" y="4652169"/>
            <a:ext cx="7486650" cy="171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13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6DF7-1833-062F-B60C-16371224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75A7-26B1-6DA0-1294-637E4A26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Data Cleansing (2 methods)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2031-668D-8E35-F260-687579F66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sz="240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เทคนิคที่ 1 </a:t>
            </a:r>
            <a:r>
              <a:rPr lang="en-US" sz="2400" dirty="0" err="1">
                <a:latin typeface="DB ChuanPim PSU" panose="02000806000000020004" pitchFamily="2" charset="-34"/>
                <a:cs typeface="DB ChuanPim PSU" panose="02000806000000020004" pitchFamily="2" charset="-34"/>
              </a:rPr>
              <a:t>การจัดการ</a:t>
            </a:r>
            <a:r>
              <a:rPr lang="en-US" sz="240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Missing Values </a:t>
            </a:r>
            <a:r>
              <a:rPr lang="en-US" sz="2400" dirty="0" err="1">
                <a:latin typeface="DB ChuanPim PSU" panose="02000806000000020004" pitchFamily="2" charset="-34"/>
                <a:cs typeface="DB ChuanPim PSU" panose="02000806000000020004" pitchFamily="2" charset="-34"/>
              </a:rPr>
              <a:t>และ</a:t>
            </a:r>
            <a:r>
              <a:rPr lang="en-US" sz="240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Drop </a:t>
            </a:r>
            <a:r>
              <a:rPr lang="en-US" sz="2400" dirty="0" err="1">
                <a:latin typeface="DB ChuanPim PSU" panose="02000806000000020004" pitchFamily="2" charset="-34"/>
                <a:cs typeface="DB ChuanPim PSU" panose="02000806000000020004" pitchFamily="2" charset="-34"/>
              </a:rPr>
              <a:t>คอลัมน์ซ้ำซ้อน</a:t>
            </a:r>
            <a:r>
              <a:rPr lang="en-US" sz="240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/</a:t>
            </a:r>
            <a:r>
              <a:rPr lang="en-US" sz="2400" dirty="0" err="1">
                <a:latin typeface="DB ChuanPim PSU" panose="02000806000000020004" pitchFamily="2" charset="-34"/>
                <a:cs typeface="DB ChuanPim PSU" panose="02000806000000020004" pitchFamily="2" charset="-34"/>
              </a:rPr>
              <a:t>ว่างเปล่า</a:t>
            </a:r>
            <a:endParaRPr lang="en-US" sz="240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  <a:p>
            <a:pPr marL="0" indent="0">
              <a:buNone/>
            </a:pP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50CFF-7C1E-201A-5A5F-0296BC89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A5F18-7A0D-1CB6-B82D-5A72FF71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6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33D54-7471-E97C-FE74-DEE0B3E3B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338387"/>
            <a:ext cx="4600575" cy="2809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463C92-0BA2-BE8C-C260-78C1AADA0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2371725"/>
            <a:ext cx="6296025" cy="963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7654D0-889E-94FC-8CAB-F2D70454C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3470605"/>
            <a:ext cx="6296025" cy="257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83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996F4-578B-5219-AA2A-817C8F1F3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8189-25F5-50C6-2A49-D5DB556F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Data Cleansing (2 methods)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A5C8B-0F50-AC1C-1388-0479ADF5B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DB ChuanPim PSU" panose="02000806000000020004" pitchFamily="2" charset="-34"/>
                <a:cs typeface="DB ChuanPim PSU" panose="02000806000000020004" pitchFamily="2" charset="-34"/>
              </a:rPr>
              <a:t>เทคนิคที่</a:t>
            </a:r>
            <a:r>
              <a:rPr lang="en-US" sz="240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2 </a:t>
            </a:r>
            <a:r>
              <a:rPr lang="en-US" sz="2400" dirty="0" err="1">
                <a:latin typeface="DB ChuanPim PSU" panose="02000806000000020004" pitchFamily="2" charset="-34"/>
                <a:cs typeface="DB ChuanPim PSU" panose="02000806000000020004" pitchFamily="2" charset="-34"/>
              </a:rPr>
              <a:t>การแก้ไขข้อมูลพิกัดสลับที่</a:t>
            </a:r>
            <a:r>
              <a:rPr lang="en-US" sz="240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</a:t>
            </a:r>
            <a:r>
              <a:rPr lang="en-US" sz="2400" dirty="0" err="1">
                <a:latin typeface="DB ChuanPim PSU" panose="02000806000000020004" pitchFamily="2" charset="-34"/>
                <a:cs typeface="DB ChuanPim PSU" panose="02000806000000020004" pitchFamily="2" charset="-34"/>
              </a:rPr>
              <a:t>และแปลง</a:t>
            </a:r>
            <a:r>
              <a:rPr lang="en-US" sz="240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Data Types</a:t>
            </a:r>
            <a:endParaRPr lang="th-TH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2C430-827D-5761-D40A-5292B7A9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DD6FB-8727-E76A-A05B-8D98A199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7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A41B6-5FFF-7861-EC20-E7D3F6A50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371725"/>
            <a:ext cx="6153150" cy="1221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9D0D3-F626-3C67-0A3C-5D647C07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3772228"/>
            <a:ext cx="6909659" cy="7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9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4604-AE01-6624-B3FB-508E7408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5388-E085-73DE-4FBC-3FD33174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37785" cy="1325563"/>
          </a:xfrm>
        </p:spPr>
        <p:txBody>
          <a:bodyPr>
            <a:normAutofit/>
          </a:bodyPr>
          <a:lstStyle/>
          <a:p>
            <a:r>
              <a:rPr lang="en-US" dirty="0"/>
              <a:t>1.2 Data Integration/Transformation/Visualization (1 method)</a:t>
            </a:r>
            <a:endParaRPr lang="th-TH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253CAC-C1A4-D2E7-E582-E106717BA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072" y="1704480"/>
            <a:ext cx="6844054" cy="21519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18CAC-47D1-12CA-DD9A-43DBEC3D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09E39-5895-DAF5-3B05-BDE66936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8</a:t>
            </a:fld>
            <a:endParaRPr lang="th-T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86D8D2-0FFE-5ACF-C6DF-2DE46E146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56" y="4125524"/>
            <a:ext cx="6889469" cy="683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7E6813-608B-8D87-B81A-190A3D655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738" y="1690688"/>
            <a:ext cx="4386237" cy="31181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07F9D7-8C20-4CA7-265E-1685F90B7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767" y="5040694"/>
            <a:ext cx="6524650" cy="108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0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4F149-F24E-F441-990D-43410A7DA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1FD6-7BB0-A45D-C4DD-4D25CE329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37785" cy="1325563"/>
          </a:xfrm>
        </p:spPr>
        <p:txBody>
          <a:bodyPr>
            <a:normAutofit/>
          </a:bodyPr>
          <a:lstStyle/>
          <a:p>
            <a:r>
              <a:rPr lang="en-US" dirty="0"/>
              <a:t>1.2 Data Integration/Transformation/Visualization (1 method)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F222E-348C-1A0B-BAF9-C99AA87B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9D309-F1C2-EA9A-6648-A50EE257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9</a:t>
            </a:fld>
            <a:endParaRPr lang="th-TH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92721-78AD-C823-2348-3B9923AF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797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757A19-B430-ED62-0FEC-F1E12C3BB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616" y="1825626"/>
            <a:ext cx="6449483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6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65F6-4A73-01B7-E6A6-71D61369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2628-C223-5223-AC58-B8ED4000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Database Management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6364-8191-A080-B432-A69F7FD34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Database </a:t>
            </a:r>
            <a:r>
              <a:rPr lang="th-TH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ที่เลือกใช้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: Relational Database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เนื่องจาก</a:t>
            </a:r>
          </a:p>
          <a:p>
            <a:pPr marL="742950" indent="-742950">
              <a:buAutoNum type="arabicPeriod"/>
            </a:pP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โครงสร้างข้อมูลมี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Schema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ที่ชัดเจน เช่น วันที่เกิดเหตุ อายุ เพศ จังหวัด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ประเภทยานพาหนะ</a:t>
            </a:r>
            <a:endParaRPr lang="en-US" b="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  <a:p>
            <a:pPr marL="742950" indent="-742950">
              <a:buAutoNum type="arabicPeriod"/>
            </a:pP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ตอบโจทย์การวิเคราะห์ทางสถิติด้วย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SQL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และการ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Filter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เงื่อนไขเพื่อประเมินจุดเสี่ยง เช่น การ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Group By</a:t>
            </a:r>
            <a:endParaRPr lang="th-TH" b="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F8406-481F-1231-FB56-9D669239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148BF-CC0C-AD08-8E7F-0C9DD38E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4203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6861-6127-C564-C37B-F6EF09F4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10A0-E542-4E18-C436-31A010F2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Database Management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7DB75-ABB7-BA57-A3E4-2235008E1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ออกแบบวิธีการการจัดเก็บข้อมูลดิบที่ประมวลผลแล้ว ลงใน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Database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และนำข้อมูลที่จัดเก็บแล้วเข้าสู่ระบบ </a:t>
            </a:r>
          </a:p>
          <a:p>
            <a:pPr marL="0" indent="0">
              <a:buNone/>
            </a:pPr>
            <a:endParaRPr lang="en-US" b="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AEE4D-599F-A6F9-83F2-DCDC07DC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E27E-FF49-A0C3-1928-C47CFF67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11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1619A-8A0D-41F5-3691-6D05D683E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947987"/>
            <a:ext cx="2674971" cy="3033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03958-7380-277C-38EB-F715C3FAE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2925022"/>
            <a:ext cx="2381250" cy="30566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BDF40E-9DF7-15EE-D62E-6D20009FF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925022"/>
            <a:ext cx="4943475" cy="1014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E7D116-4BA4-AB75-25C5-5D51B3F0A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4020344"/>
            <a:ext cx="4943475" cy="97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85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FE0A-A9F0-8E46-4757-B479AF10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446C-9678-5495-FC6E-EAD1AD0F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Database Management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08E27-15B4-E7B9-FE1E-76EF6E77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FD3CB-3FF7-3752-72A7-4C3166BB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12</a:t>
            </a:fld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D6CC0C-1C5A-C5FE-225F-3DCAC240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6901"/>
            <a:ext cx="3614738" cy="35878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17B80D-FA88-BDFA-CB6F-E746FA657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35138"/>
            <a:ext cx="5067300" cy="13973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213926-EC2E-8299-E66E-712E98AC6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195" y="1735138"/>
            <a:ext cx="4965605" cy="13255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C3847E-CBBE-8D84-FC71-B9E1E3F2F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625" y="3176901"/>
            <a:ext cx="6734175" cy="26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2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922B-0E86-715D-60B4-E332F53E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3746-369C-5119-BC8A-B533AE11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Database Management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D67AA-C524-CBF9-968F-CE05CEC74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นำข้อมูลที่จัดเก็บแล้ว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Query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ออกมาแสดงผลได้อย่างถูกต้องเหมาะสมได้ผ่าน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Python Code</a:t>
            </a:r>
            <a:endParaRPr lang="th-TH" b="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42060F-F26E-60EB-55B0-2D4A8A63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60CF3-A185-0EE8-4749-B39BABE2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13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A3700A-7BDE-517C-EE07-D14FA810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115381"/>
            <a:ext cx="3981450" cy="3244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A386CA-7B39-9348-3D11-1F4F0D79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075" y="3115381"/>
            <a:ext cx="5854428" cy="232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53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57B55-FE2D-C887-6E8E-0DBF121D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5C42-02E4-9CBF-94BA-CF78E8E6B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Database Management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BC78-621F-16F3-CE2F-4F5F4F403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นำข้อมูลที่จัดเก็บแล้ว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Query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ออกมาแสดงผลได้อย่างถูกต้องเหมาะสมได้ผ่าน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Python Code</a:t>
            </a:r>
            <a:endParaRPr lang="th-TH" b="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0FDCD-B51B-DACA-B826-1A91680F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CCFEA-6B34-CFC7-F2E2-0B46BC1B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14</a:t>
            </a:fld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CB7C9-402D-A1A2-5585-9D8BBEE9B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2954115"/>
            <a:ext cx="4767263" cy="3222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696C44-CC3A-BC1F-CEE5-DB8D579CE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537" y="2954115"/>
            <a:ext cx="5562812" cy="217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68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A6796-42AC-22BE-9708-8FA1F8A6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C3D7-2F18-FBA9-503E-3F711B08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Database Management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5E670-1A19-4B57-4FA0-8EA1F0C4D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นำข้อมูลที่จัดเก็บแล้ว 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Query </a:t>
            </a:r>
            <a:r>
              <a:rPr lang="th-TH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ออกมาแสดงผลได้อย่างถูกต้องเหมาะสมได้ผ่าน</a:t>
            </a:r>
            <a:r>
              <a:rPr lang="en-US" b="0" dirty="0">
                <a:latin typeface="DB ChuanPim PSU" panose="02000806000000020004" pitchFamily="2" charset="-34"/>
                <a:cs typeface="DB ChuanPim PSU" panose="02000806000000020004" pitchFamily="2" charset="-34"/>
              </a:rPr>
              <a:t> Python Code</a:t>
            </a:r>
            <a:endParaRPr lang="th-TH" b="0" dirty="0">
              <a:latin typeface="DB ChuanPim PSU" panose="02000806000000020004" pitchFamily="2" charset="-34"/>
              <a:cs typeface="DB ChuanPim PSU" panose="02000806000000020004" pitchFamily="2" charset="-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7AA1A-E527-001D-7F30-CE8DF3BF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F394F-407F-F96E-EE9A-1FA4F215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15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E05F22-45B4-A107-763B-2C7AE64DA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8125"/>
            <a:ext cx="5395913" cy="3338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339A8F-9F73-5071-6542-53A9CFDC1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838125"/>
            <a:ext cx="51054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7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079F-B1A8-ECDE-488B-D5F4D3EF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2171D-5257-2DBA-0581-1144D3CC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ETL Flow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9C942-F540-4CF0-4B22-D4DFFB43E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2D184-BA5F-8806-FAD2-7F2C7CD2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1F69B-5863-C49D-530D-7E83ADAA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5106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0E9D-00E2-0F81-5800-9A059B41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4429-502C-DF62-E286-DAA930D9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Agentic AI for Data Pipeline Automation 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E6F28-0871-377C-1D90-4CA1840CF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F3806-9386-D2E0-5698-7119C082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11D30-A853-FDB3-A73C-32A7DDDF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78269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9BFB-D74D-DB21-022E-2165B378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839DD-FF68-BD76-8386-664D0ED11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สรุปผลการดำเนินงาน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AA1F965-E203-2776-9081-FE7E39069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481805"/>
              </p:ext>
            </p:extLst>
          </p:nvPr>
        </p:nvGraphicFramePr>
        <p:xfrm>
          <a:off x="838200" y="1825625"/>
          <a:ext cx="10515597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848">
                  <a:extLst>
                    <a:ext uri="{9D8B030D-6E8A-4147-A177-3AD203B41FA5}">
                      <a16:colId xmlns:a16="http://schemas.microsoft.com/office/drawing/2014/main" val="4004519320"/>
                    </a:ext>
                  </a:extLst>
                </a:gridCol>
                <a:gridCol w="3654550">
                  <a:extLst>
                    <a:ext uri="{9D8B030D-6E8A-4147-A177-3AD203B41FA5}">
                      <a16:colId xmlns:a16="http://schemas.microsoft.com/office/drawing/2014/main" val="30870272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93667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รายละเอียดของงาน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ผลการดำเนินงาน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45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 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Cleansing 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 เทคนิค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ทำได้ 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 </a:t>
                      </a:r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36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2. Database Management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เหตุผล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, Design, Query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เหตุผล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, Design</a:t>
                      </a:r>
                      <a:r>
                        <a:rPr lang="en-US" b="1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, Query</a:t>
                      </a:r>
                      <a:endParaRPr lang="th-TH" b="1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473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3. </a:t>
                      </a:r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ETL flow </a:t>
                      </a:r>
                      <a:r>
                        <a:rPr lang="th-TH" sz="2800" b="1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และ </a:t>
                      </a:r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Agentic AI 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DAG, Airflow, n8n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DAG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16200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4DBCF-6188-6564-0C1E-BB5225EC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7B34A-FC91-64F5-4502-645D5AA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2662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3A4F-9544-BA3B-B1A5-326DD055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23" y="2589579"/>
            <a:ext cx="10515600" cy="1325563"/>
          </a:xfrm>
        </p:spPr>
        <p:txBody>
          <a:bodyPr/>
          <a:lstStyle/>
          <a:p>
            <a:pPr algn="ctr"/>
            <a:r>
              <a:rPr lang="th-TH" dirty="0"/>
              <a:t>คำถามและข้อเสนอแนะ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F0863-128E-F05C-E608-4B0BC4B5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ADC6C-32B4-6103-B365-1BE80287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pPr/>
              <a:t>19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6720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D9511-0958-2AD7-7127-3DA99F2D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4286-0351-893D-E451-F974C686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23" y="258957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Backup/ Results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128E2-A258-B240-C377-23D95D20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2D9F2-932F-7C60-5A83-4725DCEC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pPr/>
              <a:t>20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9216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38CF-B147-AE18-C53B-06407A2B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ภาพผล</a:t>
            </a:r>
            <a:r>
              <a:rPr lang="th-TH" dirty="0" err="1"/>
              <a:t>การทำ</a:t>
            </a:r>
            <a:r>
              <a:rPr lang="th-TH" dirty="0"/>
              <a:t>โครงงาน</a:t>
            </a:r>
            <a:r>
              <a:rPr lang="en-US" dirty="0"/>
              <a:t>/</a:t>
            </a:r>
            <a:r>
              <a:rPr lang="th-TH" dirty="0"/>
              <a:t>ผลการรัน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A0A55-F123-FF10-F682-FDE69A6B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BF387-555F-E891-D145-E55F7082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C1ABA-1C28-1A49-FE68-00BB12FF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pPr/>
              <a:t>21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4936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607</Words>
  <Application>Microsoft Office PowerPoint</Application>
  <PresentationFormat>Widescreen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TH Sarabun New</vt:lpstr>
      <vt:lpstr>DB ChuanPim PSU</vt:lpstr>
      <vt:lpstr>Aptos</vt:lpstr>
      <vt:lpstr>Arial</vt:lpstr>
      <vt:lpstr>Aptos Display</vt:lpstr>
      <vt:lpstr>Office Theme</vt:lpstr>
      <vt:lpstr>การจัดการข้อมูลการบูรณาการข้อมูลผู้เสียชีวิตจากอุบัติเหตุทางถนน (3 ฐาน) จากระบบบูรณาการข้อมูลการตายจากอุบัติเหตุทางถนน (3 ฐาน)</vt:lpstr>
      <vt:lpstr>Outline</vt:lpstr>
      <vt:lpstr>ความสำคัญและที่มาของโครงงาน</vt:lpstr>
      <vt:lpstr>ภาพรวมของโครงงาน (optional)</vt:lpstr>
      <vt:lpstr>ภาพรวมของโครงงาน (optional)</vt:lpstr>
      <vt:lpstr>1.1 Data Cleansing (2 methods)</vt:lpstr>
      <vt:lpstr>1.1 Data Cleansing (2 methods)</vt:lpstr>
      <vt:lpstr>1.2 Data Integration/Transformation/Visualization (1 method)</vt:lpstr>
      <vt:lpstr>1.2 Data Integration/Transformation/Visualization (1 method)</vt:lpstr>
      <vt:lpstr>2. Database Management</vt:lpstr>
      <vt:lpstr>2. Database Management</vt:lpstr>
      <vt:lpstr>2. Database Management</vt:lpstr>
      <vt:lpstr>2. Database Management</vt:lpstr>
      <vt:lpstr>2. Database Management</vt:lpstr>
      <vt:lpstr>2. Database Management</vt:lpstr>
      <vt:lpstr>3.1 ETL Flow</vt:lpstr>
      <vt:lpstr>3.2 Agentic AI for Data Pipeline Automation </vt:lpstr>
      <vt:lpstr>สรุปผลการดำเนินงาน</vt:lpstr>
      <vt:lpstr>คำถามและข้อเสนอแนะ</vt:lpstr>
      <vt:lpstr>Backup/ Results</vt:lpstr>
      <vt:lpstr>ภาพผลการทำโครงงาน/ผลการรัน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Petcharat Suriyachai (เพ็ชรัตน์ สุริยะไชย)</dc:creator>
  <cp:lastModifiedBy>Parnthip Phadungjitkasem (ปานทิพย์ ผดุงจิตเกษม)</cp:lastModifiedBy>
  <cp:revision>34</cp:revision>
  <dcterms:created xsi:type="dcterms:W3CDTF">2026-08-29T08:03:21Z</dcterms:created>
  <dcterms:modified xsi:type="dcterms:W3CDTF">2026-08-31T06:58:16Z</dcterms:modified>
</cp:coreProperties>
</file>